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1 generada a partir del archivo Markdown, sin etiquetas de número de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2 generada a partir del archivo Markdown, sin etiquetas de número de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3 generada a partir del archivo Markdown, sin etiquetas de número de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4 generada a partir del archivo Markdown, sin etiquetas de número de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5 generada a partir del archivo Markdown, sin etiquetas de número de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6 generada a partir del archivo Markdown, sin etiquetas de número de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7 generada a partir del archivo Markdown, sin etiquetas de número de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8 generada a partir del archivo Markdown, sin etiquetas de número de lámina.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01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02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03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04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05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06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07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lide_08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Primeras 8 láminas</dc:title>
  <dc:subject>Programa de Formación en Competencia Económica e Inteligencia Artificial</dc:subject>
  <dc:creator>OpenAI</dc:creator>
  <cp:lastModifiedBy>OpenAI</cp:lastModifiedBy>
  <cp:revision>1</cp:revision>
  <dcterms:created xsi:type="dcterms:W3CDTF">2026-05-26T03:56:21Z</dcterms:created>
  <dcterms:modified xsi:type="dcterms:W3CDTF">2026-05-26T03:56:21Z</dcterms:modified>
</cp:coreProperties>
</file>